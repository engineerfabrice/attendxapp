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365760"/>
            <a:ext cx="4023360" cy="4023360"/>
          </a:xfrm>
          <a:prstGeom prst="ellipse">
            <a:avLst/>
          </a:prstGeom>
          <a:solidFill>
            <a:srgbClr val="0D2550"/>
          </a:solidFill>
          <a:ln w="12700">
            <a:solidFill>
              <a:srgbClr val="1E88E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0515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🎓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AttendX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47472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8BDF8"/>
                </a:solidFill>
              </a:rPr>
              <a:t>Smart Attendance Management System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Intelligent GPS-based attendance for modern education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0D255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Admin Web Panel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324612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0D255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2461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Lecturer Web Panel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324612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0D255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2461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Student Mobile 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16203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Node.js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83080" y="38404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16203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3840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React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38404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16203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840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Flutter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38404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16203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840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MySQL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8404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16203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840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Socket.io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52360" y="38404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16203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3840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Firebase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869680" y="38404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16203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840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Twilio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480560"/>
            <a:ext cx="12192000" cy="411480"/>
          </a:xfrm>
          <a:prstGeom prst="rect">
            <a:avLst/>
          </a:prstGeom>
          <a:solidFill>
            <a:srgbClr val="0D2550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4480560"/>
            <a:ext cx="1219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University of Rwanda  ·  2025  ·  AttendX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⚠  PROBLEM STATEMENT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Problem We Solve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Paper Registers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Manual registers are slow, error-prone and easily forged by students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Wasted Class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9751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Lecturers spend 5–10 minutes per class just taking attendance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03920" y="12801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Proxy Attendance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41080" y="19751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Students sign for absent classmates — no way to verify presence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43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5760" y="30906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Real-time Data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3467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sees attendance data days later, never in the moment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34840" y="26517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743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34840" y="30906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Early Warnings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3467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Low-attendance students get no alert until it is already too late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✅ 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Our Solution: AttendX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GPS Geofence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Students must be physically inside the classroom to check 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Session Code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9751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Unique 6-character code required on every single check-in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03920" y="12801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One-Click Sessions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41080" y="19751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Lecturer starts &amp; closes sessions from a web dashboard instantly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43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5760" y="30906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Analytics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3467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Admin sees real-time rates, trends and at-risk students immediately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34840" y="26517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743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434840" y="30906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Push + SMS Alerts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3467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Automated warnings sent via FCM push notification AND Twilio SMS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🏗 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749040" cy="2651760"/>
          </a:xfrm>
          <a:prstGeom prst="roundRect">
            <a:avLst>
              <a:gd name="adj" fmla="val 4828"/>
            </a:avLst>
          </a:prstGeom>
          <a:solidFill>
            <a:srgbClr val="0A1A30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374904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TIER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▸  Admin React SPA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▸  Lecturer React SPA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▸  Student Flutter App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1234440"/>
            <a:ext cx="3749040" cy="2651760"/>
          </a:xfrm>
          <a:prstGeom prst="roundRect">
            <a:avLst>
              <a:gd name="adj" fmla="val 4828"/>
            </a:avLst>
          </a:prstGeom>
          <a:solidFill>
            <a:srgbClr val="0A1A30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234440"/>
            <a:ext cx="374904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TIER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1737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▸  Node.js + Express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240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▸  Socket.io (real-time)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▸  JWT Auth + Middleware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1234440"/>
            <a:ext cx="3749040" cy="2651760"/>
          </a:xfrm>
          <a:prstGeom prst="roundRect">
            <a:avLst>
              <a:gd name="adj" fmla="val 4828"/>
            </a:avLst>
          </a:prstGeom>
          <a:solidFill>
            <a:srgbClr val="0A1A3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1234440"/>
            <a:ext cx="37490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1737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▸  MySQL 8 Database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0" y="2240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▸  Firebase Admin SDK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▸  Twilio + Nodemailer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</a:rPr>
              <a:t>⟷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1838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</a:rPr>
              <a:t>⟷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576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Security Layer: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400507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A10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4005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🔒 bcrypt Passwords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60520" y="400507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A10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4005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🔒 Rate Limiting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400507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A10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005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🔒 Helmet Headers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75320" y="400507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A10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4005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🔒 Role-enforced JWT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332720" y="4005072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A10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2720" y="4005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🔒 CORS Restricted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👤  ADMIN PANEL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Admin Panel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Full control over users, courses, classrooms and analytics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669280" cy="1325880"/>
          </a:xfrm>
          <a:prstGeom prst="roundRect">
            <a:avLst>
              <a:gd name="adj" fmla="val 8276"/>
            </a:avLst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👥  User 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Create, update, deactivate students &amp; lecturers. Bulk CSV import with auto password.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669280" cy="1325880"/>
          </a:xfrm>
          <a:prstGeom prst="roundRect">
            <a:avLst>
              <a:gd name="adj" fmla="val 8276"/>
            </a:avLst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5727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📚  Course Management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93852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Create courses, assign lecturers, track enrollment counts per course.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5669280" cy="1325880"/>
          </a:xfrm>
          <a:prstGeom prst="roundRect">
            <a:avLst>
              <a:gd name="adj" fmla="val 8276"/>
            </a:avLst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81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🏫  Classroom Management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44728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GPS coordinates + configurable geofence radius per classroom.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971800"/>
            <a:ext cx="5669280" cy="1325880"/>
          </a:xfrm>
          <a:prstGeom prst="roundRect">
            <a:avLst>
              <a:gd name="adj" fmla="val 8276"/>
            </a:avLst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081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Live Analytics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44728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Overall rate, weekly trend chart, at-risk students table, per-course bar chart.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🎓  LECTURER PANEL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Lecturer Panel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Start sessions, monitor check-ins live, manage students &amp;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669280" cy="1325880"/>
          </a:xfrm>
          <a:prstGeom prst="roundRect">
            <a:avLst>
              <a:gd name="adj" fmla="val 8276"/>
            </a:avLst>
          </a:prstGeom>
          <a:solidFill>
            <a:srgbClr val="050F1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One-Click Sessions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Choose course + classroom, get a 6-character session code instantly.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669280" cy="1325880"/>
          </a:xfrm>
          <a:prstGeom prst="roundRect">
            <a:avLst>
              <a:gd name="adj" fmla="val 8276"/>
            </a:avLst>
          </a:prstGeom>
          <a:solidFill>
            <a:srgbClr val="050F1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5727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📡  Live Monitor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93852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Real-time check-in feed via Socket.io — watch students arrive live.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5669280" cy="1325880"/>
          </a:xfrm>
          <a:prstGeom prst="roundRect">
            <a:avLst>
              <a:gd name="adj" fmla="val 8276"/>
            </a:avLst>
          </a:prstGeom>
          <a:solidFill>
            <a:srgbClr val="050F1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81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🔔  Absent Alerts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44728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Absent list updates live. Send individual or bulk push + SMS reminders.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971800"/>
            <a:ext cx="5669280" cy="1325880"/>
          </a:xfrm>
          <a:prstGeom prst="roundRect">
            <a:avLst>
              <a:gd name="adj" fmla="val 8276"/>
            </a:avLst>
          </a:prstGeom>
          <a:solidFill>
            <a:srgbClr val="050F1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081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Reports &amp; Export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44728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Attendance bar chart, CSV export, per-student warning system.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📱  STUDENT 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Student Mobile App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Flutter app — GPS check-in, calendar history, analytics, profile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749040" cy="1234440"/>
          </a:xfrm>
          <a:prstGeom prst="roundRect">
            <a:avLst>
              <a:gd name="adj" fmla="val 8889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🏠 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Today's sessions, overall attendance ring, enrolled courses count.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749040" cy="1234440"/>
          </a:xfrm>
          <a:prstGeom prst="roundRect">
            <a:avLst>
              <a:gd name="adj" fmla="val 8889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54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📍  GPS Check-in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Geofence validation + 6-char code confirms physical presence.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3920" y="1463040"/>
            <a:ext cx="3749040" cy="1234440"/>
          </a:xfrm>
          <a:prstGeom prst="roundRect">
            <a:avLst>
              <a:gd name="adj" fmla="val 8889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1554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📅  History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4108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Calendar with green/red dots per day. Filter by course.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3749040" cy="1234440"/>
          </a:xfrm>
          <a:prstGeom prst="roundRect">
            <a:avLst>
              <a:gd name="adj" fmla="val 8889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71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Per-course breakdown, streak tracker, at-risk alert banners.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2880360"/>
            <a:ext cx="3749040" cy="1234440"/>
          </a:xfrm>
          <a:prstGeom prst="roundRect">
            <a:avLst>
              <a:gd name="adj" fmla="val 8889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971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Profile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3337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Live data from /auth/me. Notification prefs. Password reset.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03920" y="2880360"/>
            <a:ext cx="3749040" cy="1234440"/>
          </a:xfrm>
          <a:prstGeom prst="roundRect">
            <a:avLst>
              <a:gd name="adj" fmla="val 8889"/>
            </a:avLst>
          </a:prstGeom>
          <a:solidFill>
            <a:srgbClr val="07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2971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🔔  Notifications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41080" y="3337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FCM push for sessions, absences &amp; confirmations.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⚡  REAL-TIME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Real-Time &amp; Notifications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080E1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🔌  Socket.io Rooms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Lecturers join session:{id} · Students join course:{id} · Events routed per room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080E1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325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📡  Session Started Event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All enrolled students receive instant socket event when lecturer starts class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03920" y="123444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080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325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🔔  Firebase Cloud Messaging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41080" y="169164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Push notifications for session start, absence recorded &amp; attendance confirmed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34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📱  Twilio SMS Fallback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Students without the app get SMS alerts · Rwanda +250 formatting built-in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34840" y="274320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080E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834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📨  Nodemailer Email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20040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SMTP password reset emails with styled HTML template via Gmail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03920" y="274320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080E1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2834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⚙️  Bulk Async Delivery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41080" y="320040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Bulk warnings queued in background — no HTTP timeout for large classes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🔒 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Security Highlights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852160" cy="960120"/>
          </a:xfrm>
          <a:prstGeom prst="roundRect">
            <a:avLst>
              <a:gd name="adj" fmla="val 9524"/>
            </a:avLst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🎭  Role-Enforced 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admin, lecturer and student roles validated server-side on every login — cross-role access blocked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0" y="1280160"/>
            <a:ext cx="5852160" cy="960120"/>
          </a:xfrm>
          <a:prstGeom prst="roundRect">
            <a:avLst>
              <a:gd name="adj" fmla="val 9524"/>
            </a:avLst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3533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 JWT Token Pair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6642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Access token (1h) + Refresh token (7d) · Refresh stored as bcrypt hash in database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5852160" cy="960120"/>
          </a:xfrm>
          <a:prstGeom prst="roundRect">
            <a:avLst>
              <a:gd name="adj" fmla="val 9524"/>
            </a:avLst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505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Silent Token Refresh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6148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All three clients (Admin, Lecturer, Student) auto-refresh on 401 without logging out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2377440"/>
            <a:ext cx="5852160" cy="960120"/>
          </a:xfrm>
          <a:prstGeom prst="roundRect">
            <a:avLst>
              <a:gd name="adj" fmla="val 9524"/>
            </a:avLst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4505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📍  Two-Factor Presence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276148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GPS geofence + session code together = physical presence verified on every check-in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5852160" cy="960120"/>
          </a:xfrm>
          <a:prstGeom prst="roundRect">
            <a:avLst>
              <a:gd name="adj" fmla="val 9524"/>
            </a:avLst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478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🛡  HTTP 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8587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Rate limiting on auth routes · Helmet headers · CORS restricted to whitelisted origins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3474720"/>
            <a:ext cx="5852160" cy="960120"/>
          </a:xfrm>
          <a:prstGeom prst="roundRect">
            <a:avLst>
              <a:gd name="adj" fmla="val 9524"/>
            </a:avLst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5478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🚪  Protected Warning Routes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8587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Authentication + role middleware on all notification endpoints — no open access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⚙️  TECH STACK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834640" cy="2743200"/>
          </a:xfrm>
          <a:prstGeom prst="roundRect">
            <a:avLst>
              <a:gd name="adj" fmla="val 4000"/>
            </a:avLst>
          </a:prstGeom>
          <a:solidFill>
            <a:srgbClr val="08131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283464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  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Node.js 24  ·  Express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MySQL 8  ·  Socket.io 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Firebase Admin  ·  Twilio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Nodemailer  ·  bcrypt  ·  JWT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234440"/>
            <a:ext cx="2834640" cy="2743200"/>
          </a:xfrm>
          <a:prstGeom prst="roundRect">
            <a:avLst>
              <a:gd name="adj" fmla="val 4000"/>
            </a:avLst>
          </a:prstGeom>
          <a:solidFill>
            <a:srgbClr val="08131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234440"/>
            <a:ext cx="283464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234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Admin &amp; Lecturer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17373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React 18  ·  Vite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240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Tailwind CSS  ·  Recharts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Axios  ·  JWT refresh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246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Token auto-refresh on 401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234440"/>
            <a:ext cx="2834640" cy="2743200"/>
          </a:xfrm>
          <a:prstGeom prst="roundRect">
            <a:avLst>
              <a:gd name="adj" fmla="val 4000"/>
            </a:avLst>
          </a:prstGeom>
          <a:solidFill>
            <a:srgbClr val="08131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234440"/>
            <a:ext cx="28346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234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 Student App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17373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Flutter 3  ·  Dart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2240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Riverpod  ·  Dio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2743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Geolocator  ·  FCM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3246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table_calendar  ·  fl_chart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18320" y="1234440"/>
            <a:ext cx="2834640" cy="2743200"/>
          </a:xfrm>
          <a:prstGeom prst="roundRect">
            <a:avLst>
              <a:gd name="adj" fmla="val 4000"/>
            </a:avLst>
          </a:prstGeom>
          <a:solidFill>
            <a:srgbClr val="08131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0" y="1234440"/>
            <a:ext cx="28346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0" y="1234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Infrastructure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55480" y="17373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pnpm monorepo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55480" y="2240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express-validator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55480" y="2743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Helmet  ·  Morgan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55480" y="3246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▸  express-rate-limit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📊  IMPACT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Impact Metrics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&lt; 30s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020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Check-in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76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vs 5–10 min manually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123444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80E1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325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34840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100%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34840" y="2020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Proxy Eliminated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2276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GPS + code = physical proof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03920" y="123444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80E1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325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0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Real-time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2020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 Visibility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2276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Live across all courses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260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Seconds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5760" y="3621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Warning Delivery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8770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Push + SMS after session close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34840" y="283464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80E1A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29260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434840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</a:rPr>
              <a:t>1+ hr/week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434840" y="3621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Lecturer Time Saved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38770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 manual register processing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03920" y="283464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29260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503920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75%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503920" y="3621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At-Risk Threshold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38770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Auto-detected and alerted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🗺 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Roadmap — What Is Next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8131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399032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0D2550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39903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Planned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13990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📷  QR Code Check-in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7830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Scan instead of type the session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8131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1399032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0D2550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39903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Planned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93008" y="13990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✏️  Manual Attendance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3008" y="17830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Lecturer marks a student present after the fact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132588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813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399032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0D2550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39903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Planned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56248" y="13990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⏰  Session Auto-close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56248" y="17830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Cron job closes sessions when expires_at is reached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9760" y="132588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813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92840" y="1399032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0D2550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92840" y="139903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Planned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19488" y="13990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📧  Weekly Reports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19488" y="17830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Automated Sunday attendance summary per student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83080" y="283464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8131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2907792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1A1A1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90779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Future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92808" y="29077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 Semester Filtering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92808" y="329184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Analytics filtered by academic period / semester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83464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8131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2907792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1A1A1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90779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Future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56048" y="29077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📄  PDF Export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329184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Formal attendance report for administration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09560" y="283464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8131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92640" y="2907792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1A1A1A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92640" y="290779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Future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19288" y="290779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🔕  Notification Prefs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19288" y="329184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Respect per-student alert opt-outs server-side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AttendX — Smart Attendance Management System</dc:title>
  <dc:subject>PptxGenJS Presentation</dc:subject>
  <dc:creator>AttendX Team</dc:creator>
  <cp:lastModifiedBy>AttendX Team</cp:lastModifiedBy>
  <cp:revision>1</cp:revision>
  <dcterms:created xsi:type="dcterms:W3CDTF">2026-05-19T13:18:15Z</dcterms:created>
  <dcterms:modified xsi:type="dcterms:W3CDTF">2026-05-19T13:18:15Z</dcterms:modified>
</cp:coreProperties>
</file>